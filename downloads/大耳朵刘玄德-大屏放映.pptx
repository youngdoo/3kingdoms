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【第1页·开场】</a:t>
            </a:r>
          </a:p>
          <a:p>
            <a:r>
              <a:t>动作：</a:t>
            </a:r>
          </a:p>
          <a:p/>
          <a:p>
            <a:r>
              <a:t>大家好，我是乐乐小主播 ×××。今天的故事叫《大耳朵刘玄德——三十七年不放弃》。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【第1页·开场】</a:t>
            </a:r>
          </a:p>
          <a:p>
            <a:r>
              <a:t>动作：</a:t>
            </a:r>
          </a:p>
          <a:p/>
          <a:p>
            <a:r>
              <a:t>大家好，我是乐乐小主播 ×××。今天的故事叫《大耳朵刘玄德——三十七年不放弃》。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【第2页·穷孩子与大桑树】</a:t>
            </a:r>
          </a:p>
          <a:p>
            <a:r>
              <a:t>动作：翻页时手指向前上方（指树）；说"你们谁能做到"时自己伸手比一比</a:t>
            </a:r>
          </a:p>
          <a:p/>
          <a:p>
            <a:r>
              <a:t>很久以前有个小男孩叫刘备。他很小就没了爸爸，家里很穷，天天和妈妈一起编草鞋、编席子，换米吃。</a:t>
            </a:r>
          </a:p>
          <a:p>
            <a:r>
              <a:t>（停一拍）他家院子里有一棵大桑树，像一把大伞。他指着树说：「等我长大，一定要坐上这样的大车！」</a:t>
            </a:r>
          </a:p>
          <a:p>
            <a:r>
              <a:t>（停一拍，转向小朋友）书上还说，他长大以后个子很高，耳朵很大，胳膊特别长，手垂下来能到膝盖——你们谁能做到呀？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【第3页·桃园三结义，二十四岁出发】</a:t>
            </a:r>
          </a:p>
          <a:p>
            <a:r>
              <a:t>动作：迈一步，做"出发"动作</a:t>
            </a:r>
          </a:p>
          <a:p/>
          <a:p>
            <a:r>
              <a:t>长大以后，他认识了两个好朋友，关羽和张飞。三个人在开满桃花的园子里结拜，好得像亲兄弟。二十四岁那年，他带着他们走出家门：我要做一件大事！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【第4页·第一次摔跤】</a:t>
            </a:r>
          </a:p>
          <a:p>
            <a:r>
              <a:t>动作：</a:t>
            </a:r>
          </a:p>
          <a:p/>
          <a:p>
            <a:r>
              <a:t>可是打了好多年，好不容易当上徐州的主人，家却被人偷走了。他只好从头再来。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【第5页·到处借住的人】</a:t>
            </a:r>
          </a:p>
          <a:p>
            <a:r>
              <a:t>动作：手比"三家"（伸三根手指）</a:t>
            </a:r>
          </a:p>
          <a:p/>
          <a:p>
            <a:r>
              <a:t>他去投靠别人：跟过曹操，跟过袁绍，跟过刘表。走到哪里，都住在别人的屋檐下。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【第6页·四十七岁的眼泪】</a:t>
            </a:r>
          </a:p>
          <a:p>
            <a:r>
              <a:t>动作：语音放慢、放低，这是全片最低点</a:t>
            </a:r>
          </a:p>
          <a:p/>
          <a:p>
            <a:r>
              <a:t>四十七岁那年，他摸到自己大腿上长了肉，哭了。他说：「日子一天天过去，我的大事还没有做成啊！」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【第7页·三次去请一个人】</a:t>
            </a:r>
          </a:p>
          <a:p>
            <a:r>
              <a:t>动作：每说次数举一根手指：一次、两次、三次</a:t>
            </a:r>
          </a:p>
          <a:p/>
          <a:p>
            <a:r>
              <a:t>他没有停下来。听说山里有个二十七岁的年轻人很厉害，他就一次、两次、三次去请他。第三次，那扇门终于开了。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【第8页·第一次大胜】</a:t>
            </a:r>
          </a:p>
          <a:p>
            <a:r>
              <a:t>动作：</a:t>
            </a:r>
          </a:p>
          <a:p/>
          <a:p>
            <a:r>
              <a:t>四十八岁，他和孙权一起，在赤壁打赢了人生第一场大胜仗。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【第9页·三十七年】</a:t>
            </a:r>
          </a:p>
          <a:p>
            <a:r>
              <a:t>动作：双手张开，慢慢向上</a:t>
            </a:r>
          </a:p>
          <a:p/>
          <a:p>
            <a:r>
              <a:t>六十一岁那年，他在成都当上了皇帝。从二十四岁出发，他整整走了三十七年。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【第10页·最后一课】</a:t>
            </a:r>
          </a:p>
          <a:p>
            <a:r>
              <a:t>动作：结尾面向小朋友，摊开手问</a:t>
            </a:r>
          </a:p>
          <a:p/>
          <a:p>
            <a:r>
              <a:t>最后一课，他留给儿子两句话：「不要因为坏事很小就去做；不要因为好事很小就不做。」</a:t>
            </a:r>
          </a:p>
          <a:p>
            <a:r>
              <a:t>小朋友们，刘备输过很多次，可他一次都没有放弃。你心里的小火苗，还在吗？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601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E8C25C"/>
                </a:solidFill>
                <a:latin typeface="微软雅黑"/>
                <a:ea typeface="微软雅黑"/>
              </a:rPr>
              <a:t>乐乐小主播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微软雅黑"/>
                <a:ea typeface="微软雅黑"/>
              </a:rPr>
              <a:t>《大耳朵刘玄德》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01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BEE3F8"/>
                </a:solidFill>
                <a:latin typeface="微软雅黑"/>
                <a:ea typeface="微软雅黑"/>
              </a:rPr>
              <a:t>—— 三十七年不放弃 · 三国故事 ——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3601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D0D0D0"/>
                </a:solidFill>
                <a:latin typeface="微软雅黑"/>
                <a:ea typeface="微软雅黑"/>
              </a:rPr>
              <a:t>主播：____________（班级：________）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601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A0A0A0"/>
                </a:solidFill>
                <a:latin typeface="微软雅黑"/>
                <a:ea typeface="微软雅黑"/>
              </a:rPr>
              <a:t>建议时长 3–4 分钟 · 按 → 键或点击翻页 · 备注栏有每页讲稿与动作提示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2-tree-wi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3-peach-gard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4-lost-xuzh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5-three-doorway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6-te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7-three-visi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8-red-cliff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9-thirty-seven-ye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0-last-les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